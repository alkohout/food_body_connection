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73" r:id="rId12"/>
    <p:sldId id="274" r:id="rId13"/>
    <p:sldId id="276" r:id="rId14"/>
    <p:sldId id="275" r:id="rId15"/>
    <p:sldId id="277" r:id="rId16"/>
    <p:sldId id="278" r:id="rId17"/>
    <p:sldId id="262" r:id="rId18"/>
    <p:sldId id="263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65"/>
    <p:restoredTop sz="92245"/>
  </p:normalViewPr>
  <p:slideViewPr>
    <p:cSldViewPr snapToGrid="0">
      <p:cViewPr>
        <p:scale>
          <a:sx n="100" d="100"/>
          <a:sy n="100" d="100"/>
        </p:scale>
        <p:origin x="33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5211" y="1999693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Exposes functionality via REST endpoints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692980"/>
              </p:ext>
            </p:extLst>
          </p:nvPr>
        </p:nvGraphicFramePr>
        <p:xfrm>
          <a:off x="9112647" y="2657183"/>
          <a:ext cx="17125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619097"/>
              </p:ext>
            </p:extLst>
          </p:nvPr>
        </p:nvGraphicFramePr>
        <p:xfrm>
          <a:off x="522908" y="2483121"/>
          <a:ext cx="158255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917091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735330" y="4070017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BAB1A9C-16AC-0772-C4F7-0076C03A4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64" y="1440571"/>
            <a:ext cx="6559378" cy="5258893"/>
          </a:xfrm>
          <a:prstGeom prst="rect">
            <a:avLst/>
          </a:prstGeom>
        </p:spPr>
      </p:pic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E94877F-A3FB-02AB-CD8C-93451A33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1" y="1359243"/>
            <a:ext cx="6563831" cy="507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 through visual aids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/ symptoms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Headache often with nausea and fatigue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5262979"/>
              </a:xfrm>
              <a:prstGeom prst="rect">
                <a:avLst/>
              </a:prstGeom>
              <a:blipFill>
                <a:blip r:embed="rId3"/>
                <a:stretch>
                  <a:fillRect l="-1215" t="-1446" b="-2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448859" cy="3323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932173" y="5270587"/>
            <a:ext cx="2572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892E4A-951F-8551-B939-03B02AEC088D}"/>
              </a:ext>
            </a:extLst>
          </p:cNvPr>
          <p:cNvSpPr txBox="1"/>
          <p:nvPr/>
        </p:nvSpPr>
        <p:spPr>
          <a:xfrm>
            <a:off x="945699" y="6009251"/>
            <a:ext cx="1746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weighting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86CAF7-0356-FC32-8115-67C5C9FD1708}"/>
              </a:ext>
            </a:extLst>
          </p:cNvPr>
          <p:cNvSpPr txBox="1"/>
          <p:nvPr/>
        </p:nvSpPr>
        <p:spPr>
          <a:xfrm>
            <a:off x="952143" y="5639919"/>
            <a:ext cx="2521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Nested cross validation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78846" y="4562463"/>
            <a:ext cx="2148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separation </a:t>
            </a:r>
          </a:p>
          <a:p>
            <a:r>
              <a:rPr lang="en-US" dirty="0"/>
              <a:t>(ROC AUC)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A738E1-430D-9164-4551-8FEA15DCCE7E}"/>
              </a:ext>
            </a:extLst>
          </p:cNvPr>
          <p:cNvSpPr txBox="1"/>
          <p:nvPr/>
        </p:nvSpPr>
        <p:spPr>
          <a:xfrm>
            <a:off x="8278846" y="5146790"/>
            <a:ext cx="808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Recall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5E9315-0728-1660-C834-46BC4444C099}"/>
              </a:ext>
            </a:extLst>
          </p:cNvPr>
          <p:cNvSpPr txBox="1"/>
          <p:nvPr/>
        </p:nvSpPr>
        <p:spPr>
          <a:xfrm>
            <a:off x="8288573" y="5479622"/>
            <a:ext cx="1378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size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B34C27-2B7E-3AC8-E8A9-B454FDD086BD}"/>
              </a:ext>
            </a:extLst>
          </p:cNvPr>
          <p:cNvSpPr txBox="1"/>
          <p:nvPr/>
        </p:nvSpPr>
        <p:spPr>
          <a:xfrm>
            <a:off x="8288573" y="5784417"/>
            <a:ext cx="2431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 co-</a:t>
            </a:r>
            <a:r>
              <a:rPr lang="en-US" dirty="0" err="1"/>
              <a:t>occurence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65B2A3-BACC-86D1-DF26-E425BD306117}"/>
              </a:ext>
            </a:extLst>
          </p:cNvPr>
          <p:cNvSpPr txBox="1"/>
          <p:nvPr/>
        </p:nvSpPr>
        <p:spPr>
          <a:xfrm>
            <a:off x="8288573" y="6119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Confidence intervals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84A9B45-EB85-52F2-19F8-14EB741CF3B2}"/>
              </a:ext>
            </a:extLst>
          </p:cNvPr>
          <p:cNvSpPr txBox="1"/>
          <p:nvPr/>
        </p:nvSpPr>
        <p:spPr>
          <a:xfrm>
            <a:off x="8288573" y="6422044"/>
            <a:ext cx="2160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1564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(OR=eβ)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037138"/>
            <a:ext cx="101727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Colinearity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Dairy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Contains both positive and negative examples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solidFill>
                  <a:srgbClr val="000000"/>
                </a:solidFill>
              </a:rPr>
              <a:t>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rue signal is known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associations, handle imbalance, and avoid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C57D-7DED-6760-4DCD-B85C83D34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3EB26-D69F-2622-E34D-92E64A953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0518" y="1122363"/>
            <a:ext cx="8987481" cy="1200707"/>
          </a:xfrm>
        </p:spPr>
        <p:txBody>
          <a:bodyPr>
            <a:normAutofit fontScale="90000"/>
          </a:bodyPr>
          <a:lstStyle/>
          <a:p>
            <a:r>
              <a:rPr lang="en-US" dirty="0"/>
              <a:t>Analysis: Dose – Response Model</a:t>
            </a:r>
          </a:p>
        </p:txBody>
      </p:sp>
    </p:spTree>
    <p:extLst>
      <p:ext uri="{BB962C8B-B14F-4D97-AF65-F5344CB8AC3E}">
        <p14:creationId xmlns:p14="http://schemas.microsoft.com/office/powerpoint/2010/main" val="4009352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6549" y="1713484"/>
            <a:ext cx="9341724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lvl="0"/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chronic, hard to identify symptoms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symtpoms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A8B96-FE08-9D73-880D-C07EBFE4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7CE20C-08B6-3CA5-7BB8-E8E67018069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745D5-82D1-CABB-4314-FAEBC0C39973}"/>
              </a:ext>
            </a:extLst>
          </p:cNvPr>
          <p:cNvSpPr txBox="1"/>
          <p:nvPr/>
        </p:nvSpPr>
        <p:spPr>
          <a:xfrm>
            <a:off x="2355511" y="1583372"/>
            <a:ext cx="722697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allergen and symptom tables unique for each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Spectral analysis on symptom events to track peak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(to account for temporal shifts)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B61598E-19F9-D291-F555-0FCB1830FB71}"/>
              </a:ext>
            </a:extLst>
          </p:cNvPr>
          <p:cNvSpPr txBox="1">
            <a:spLocks/>
          </p:cNvSpPr>
          <p:nvPr/>
        </p:nvSpPr>
        <p:spPr>
          <a:xfrm>
            <a:off x="-330199" y="3060700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Try the App</a:t>
            </a:r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483EA7-D037-28A6-1D35-7DD70BC7E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628" y="4261406"/>
            <a:ext cx="2251471" cy="2251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582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1950</TotalTime>
  <Words>759</Words>
  <Application>Microsoft Macintosh PowerPoint</Application>
  <PresentationFormat>Widescreen</PresentationFormat>
  <Paragraphs>202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Analysis: Dose – Response Model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19</cp:revision>
  <dcterms:created xsi:type="dcterms:W3CDTF">2026-02-02T17:08:18Z</dcterms:created>
  <dcterms:modified xsi:type="dcterms:W3CDTF">2026-02-04T01:38:49Z</dcterms:modified>
</cp:coreProperties>
</file>